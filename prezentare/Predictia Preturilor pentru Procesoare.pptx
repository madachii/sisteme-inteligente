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95B38-CE77-BCDB-8CD6-EEE3DE133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2A684A-78EB-829C-95FD-D93349D09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04B72-3D51-446D-A0A0-78D88E961772}" type="datetimeFigureOut">
              <a:rPr lang="en-US" smtClean="0"/>
              <a:t>21/5/2026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B9783D-CF06-627D-0AD1-1D9EEB914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7DF7D1-29AF-649A-8B9B-076D254D6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D08A3-0134-479B-868F-55EC40C87C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484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FB3BFB-666A-7C9C-BD85-7861216A1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082468-908D-3F99-7D4B-4222A641AA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03B96A-E45C-F923-DB38-845688586C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604B72-3D51-446D-A0A0-78D88E961772}" type="datetimeFigureOut">
              <a:rPr lang="en-US" smtClean="0"/>
              <a:t>21/5/2026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BE6C15-6778-CB3D-90EE-37B9D00819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1BA4F7-5E42-FBBB-F907-6898568833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ED08A3-0134-479B-868F-55EC40C87C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259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2884FC28-6709-37C6-A811-7A28117B7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FFFF"/>
                </a:solidFill>
              </a:rPr>
              <a:t>Predictia Preturilor pentru Procesoare.</a:t>
            </a:r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B11C11-A871-92F9-F216-610BC83EBC6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6237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31FF2007-64D9-BD57-90E3-4CC1FE55D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FFFF"/>
                </a:solidFill>
              </a:rPr>
              <a:t>Motivul alegeri temei</a:t>
            </a:r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7396BD-2151-C29A-D4B4-D8BBDA036E0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0164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A60DC311-E4A6-40E8-9B7C-DCF8C85FC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6324EB-8226-495B-2C85-7DE1E468270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4680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91958335-FCE7-4ACE-413E-8B4F416B9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Prelucrari</a:t>
            </a:r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D43FA40-73AC-6518-E26E-0DC9A872BCA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5934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C36C6E87-3431-11F8-F41E-B307E22C1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Algoritmi </a:t>
            </a:r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735911-9599-C43E-612D-F7163E535A6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1518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7B7933C5-1FD0-1703-3A55-DE2ABD6A3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Rezultate</a:t>
            </a:r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A0C7651-4494-4D4C-D470-99C3F904E76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3369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A92F2B9D-7B4E-0ED5-242B-9BBB49F2D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8000"/>
              <a:t>Concluzie</a:t>
            </a:r>
            <a:endParaRPr lang="en-US" sz="8000" dirty="0">
              <a:solidFill>
                <a:srgbClr val="FFFFFF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09362A9-FD85-1502-DE60-2EC9835F275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8129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</Words>
  <Application>Microsoft Office PowerPoint</Application>
  <PresentationFormat>Widescreen</PresentationFormat>
  <Paragraphs>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Predictia Preturilor pentru Procesoare.</vt:lpstr>
      <vt:lpstr>Motivul alegeri temei</vt:lpstr>
      <vt:lpstr>PowerPoint Presentation</vt:lpstr>
      <vt:lpstr>Prelucrari</vt:lpstr>
      <vt:lpstr>Algoritmi </vt:lpstr>
      <vt:lpstr>Rezultate</vt:lpstr>
      <vt:lpstr>Concluzie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Kristian Nicolae Koma</dc:creator>
  <cp:lastModifiedBy>Kristian Nicolae Koma</cp:lastModifiedBy>
  <cp:revision>1</cp:revision>
  <dcterms:created xsi:type="dcterms:W3CDTF">2026-05-20T21:37:27Z</dcterms:created>
  <dcterms:modified xsi:type="dcterms:W3CDTF">2026-05-20T21:37:27Z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b58b62f-6f94-46bd-8089-18e64b0a9abb_Enabled">
    <vt:lpwstr>true</vt:lpwstr>
  </property>
  <property fmtid="{D5CDD505-2E9C-101B-9397-08002B2CF9AE}" pid="3" name="MSIP_Label_5b58b62f-6f94-46bd-8089-18e64b0a9abb_SetDate">
    <vt:lpwstr>2026-05-20T21:37:27Z</vt:lpwstr>
  </property>
  <property fmtid="{D5CDD505-2E9C-101B-9397-08002B2CF9AE}" pid="4" name="MSIP_Label_5b58b62f-6f94-46bd-8089-18e64b0a9abb_Method">
    <vt:lpwstr>Standard</vt:lpwstr>
  </property>
  <property fmtid="{D5CDD505-2E9C-101B-9397-08002B2CF9AE}" pid="5" name="MSIP_Label_5b58b62f-6f94-46bd-8089-18e64b0a9abb_Name">
    <vt:lpwstr>defa4170-0d19-0005-0004-bc88714345d2</vt:lpwstr>
  </property>
  <property fmtid="{D5CDD505-2E9C-101B-9397-08002B2CF9AE}" pid="6" name="MSIP_Label_5b58b62f-6f94-46bd-8089-18e64b0a9abb_SiteId">
    <vt:lpwstr>a6eb79fa-c4a9-4cce-818d-b85274d15305</vt:lpwstr>
  </property>
  <property fmtid="{D5CDD505-2E9C-101B-9397-08002B2CF9AE}" pid="7" name="MSIP_Label_5b58b62f-6f94-46bd-8089-18e64b0a9abb_ActionId">
    <vt:lpwstr>24515f47-3b09-4ab4-8950-f547f254f297</vt:lpwstr>
  </property>
  <property fmtid="{D5CDD505-2E9C-101B-9397-08002B2CF9AE}" pid="8" name="MSIP_Label_5b58b62f-6f94-46bd-8089-18e64b0a9abb_ContentBits">
    <vt:lpwstr>0</vt:lpwstr>
  </property>
  <property fmtid="{D5CDD505-2E9C-101B-9397-08002B2CF9AE}" pid="9" name="MSIP_Label_5b58b62f-6f94-46bd-8089-18e64b0a9abb_Tag">
    <vt:lpwstr>10, 3, 0, 1</vt:lpwstr>
  </property>
</Properties>
</file>